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082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844224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221167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7595631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2099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344491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5559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1002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652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71655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83165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888364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7220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04337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432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59819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39774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06204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06059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94064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27589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39314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3001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12027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6503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691322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047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30857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60940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87060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77138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47540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11916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243658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361388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8592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94888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988441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1234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450503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311558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37779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49476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65720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96997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9099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452528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62604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00325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4811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8241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53278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23071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612883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35356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67007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21449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0918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69397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99311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81034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759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06089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57545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43057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7671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641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46023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858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357414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85787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944137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896198" name=""/>
          <p:cNvSpPr/>
          <p:nvPr/>
        </p:nvSpPr>
        <p:spPr bwMode="auto">
          <a:xfrm rot="0" flipH="0" flipV="0">
            <a:off x="2132899" y="4290545"/>
            <a:ext cx="1226646" cy="1775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Sub</a:t>
            </a:r>
            <a:endParaRPr/>
          </a:p>
          <a:p>
            <a:pPr algn="ctr">
              <a:defRPr/>
            </a:pPr>
            <a:r>
              <a:rPr/>
              <a:t>Agent</a:t>
            </a:r>
            <a:endParaRPr/>
          </a:p>
        </p:txBody>
      </p:sp>
      <p:sp>
        <p:nvSpPr>
          <p:cNvPr id="2034916145" name=""/>
          <p:cNvSpPr/>
          <p:nvPr/>
        </p:nvSpPr>
        <p:spPr bwMode="auto">
          <a:xfrm rot="0" flipH="0" flipV="0">
            <a:off x="2132899" y="2411614"/>
            <a:ext cx="1226646" cy="1775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Sub</a:t>
            </a:r>
            <a:endParaRPr/>
          </a:p>
          <a:p>
            <a:pPr algn="ctr">
              <a:defRPr/>
            </a:pPr>
            <a:r>
              <a:rPr/>
              <a:t>Agent</a:t>
            </a:r>
            <a:endParaRPr/>
          </a:p>
        </p:txBody>
      </p:sp>
      <p:sp>
        <p:nvSpPr>
          <p:cNvPr id="1917831796" name=""/>
          <p:cNvSpPr/>
          <p:nvPr/>
        </p:nvSpPr>
        <p:spPr bwMode="auto">
          <a:xfrm rot="0" flipH="0" flipV="0">
            <a:off x="226753" y="2069717"/>
            <a:ext cx="1478452" cy="460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Agent</a:t>
            </a:r>
            <a:endParaRPr/>
          </a:p>
        </p:txBody>
      </p:sp>
      <p:sp>
        <p:nvSpPr>
          <p:cNvPr id="952813665" name=""/>
          <p:cNvSpPr/>
          <p:nvPr/>
        </p:nvSpPr>
        <p:spPr bwMode="auto">
          <a:xfrm rot="0" flipH="0" flipV="0">
            <a:off x="4650651" y="2069717"/>
            <a:ext cx="2046228" cy="460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Demon</a:t>
            </a:r>
            <a:endParaRPr/>
          </a:p>
        </p:txBody>
      </p:sp>
      <p:sp>
        <p:nvSpPr>
          <p:cNvPr id="1412802083" name=""/>
          <p:cNvSpPr/>
          <p:nvPr/>
        </p:nvSpPr>
        <p:spPr bwMode="auto">
          <a:xfrm rot="0" flipH="0" flipV="0">
            <a:off x="1241701" y="2536656"/>
            <a:ext cx="1167349" cy="1525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Skill</a:t>
            </a:r>
            <a:endParaRPr/>
          </a:p>
        </p:txBody>
      </p:sp>
      <p:sp>
        <p:nvSpPr>
          <p:cNvPr id="1512186931" name=""/>
          <p:cNvSpPr/>
          <p:nvPr/>
        </p:nvSpPr>
        <p:spPr bwMode="auto">
          <a:xfrm rot="0" flipH="0" flipV="0">
            <a:off x="3123214" y="2752080"/>
            <a:ext cx="1768928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Human command</a:t>
            </a:r>
            <a:endParaRPr sz="1200"/>
          </a:p>
        </p:txBody>
      </p:sp>
      <p:sp>
        <p:nvSpPr>
          <p:cNvPr id="579194432" name=""/>
          <p:cNvSpPr/>
          <p:nvPr/>
        </p:nvSpPr>
        <p:spPr bwMode="auto">
          <a:xfrm rot="0" flipH="0" flipV="0">
            <a:off x="3123214" y="3233916"/>
            <a:ext cx="1768927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Human command</a:t>
            </a:r>
            <a:endParaRPr sz="1200"/>
          </a:p>
        </p:txBody>
      </p:sp>
      <p:sp>
        <p:nvSpPr>
          <p:cNvPr id="218044722" name=""/>
          <p:cNvSpPr/>
          <p:nvPr/>
        </p:nvSpPr>
        <p:spPr bwMode="auto">
          <a:xfrm rot="0" flipH="0" flipV="0">
            <a:off x="3123214" y="3685100"/>
            <a:ext cx="1768927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Human command</a:t>
            </a:r>
            <a:endParaRPr sz="1200"/>
          </a:p>
        </p:txBody>
      </p:sp>
      <p:sp>
        <p:nvSpPr>
          <p:cNvPr id="1280353832" name=""/>
          <p:cNvSpPr/>
          <p:nvPr/>
        </p:nvSpPr>
        <p:spPr bwMode="auto">
          <a:xfrm rot="0" flipH="0" flipV="0">
            <a:off x="1241701" y="4426115"/>
            <a:ext cx="1167348" cy="1525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Skill</a:t>
            </a:r>
            <a:endParaRPr/>
          </a:p>
        </p:txBody>
      </p:sp>
      <p:sp>
        <p:nvSpPr>
          <p:cNvPr id="515236473" name=""/>
          <p:cNvSpPr/>
          <p:nvPr/>
        </p:nvSpPr>
        <p:spPr bwMode="auto">
          <a:xfrm rot="0" flipH="0" flipV="0">
            <a:off x="3123214" y="4367032"/>
            <a:ext cx="1768927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Human command</a:t>
            </a:r>
            <a:endParaRPr sz="1200"/>
          </a:p>
        </p:txBody>
      </p:sp>
      <p:sp>
        <p:nvSpPr>
          <p:cNvPr id="1452855363" name=""/>
          <p:cNvSpPr/>
          <p:nvPr/>
        </p:nvSpPr>
        <p:spPr bwMode="auto">
          <a:xfrm rot="0" flipH="0" flipV="0">
            <a:off x="3123214" y="4848868"/>
            <a:ext cx="1768927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Human command</a:t>
            </a:r>
            <a:endParaRPr sz="1200"/>
          </a:p>
        </p:txBody>
      </p:sp>
      <p:sp>
        <p:nvSpPr>
          <p:cNvPr id="1558827128" name=""/>
          <p:cNvSpPr/>
          <p:nvPr/>
        </p:nvSpPr>
        <p:spPr bwMode="auto">
          <a:xfrm rot="0" flipH="0" flipV="0">
            <a:off x="3123214" y="5300052"/>
            <a:ext cx="1768927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Human command</a:t>
            </a:r>
            <a:endParaRPr sz="1200"/>
          </a:p>
        </p:txBody>
      </p:sp>
      <p:sp>
        <p:nvSpPr>
          <p:cNvPr id="98656783" name=""/>
          <p:cNvSpPr/>
          <p:nvPr/>
        </p:nvSpPr>
        <p:spPr bwMode="auto">
          <a:xfrm rot="0" flipH="0" flipV="0">
            <a:off x="6433903" y="2811378"/>
            <a:ext cx="1768927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Tracker</a:t>
            </a:r>
            <a:endParaRPr sz="1200"/>
          </a:p>
        </p:txBody>
      </p:sp>
      <p:sp>
        <p:nvSpPr>
          <p:cNvPr id="691850760" name=""/>
          <p:cNvSpPr/>
          <p:nvPr/>
        </p:nvSpPr>
        <p:spPr bwMode="auto">
          <a:xfrm rot="0" flipH="0" flipV="0">
            <a:off x="1121960" y="561042"/>
            <a:ext cx="5574918" cy="66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Human App</a:t>
            </a:r>
            <a:endParaRPr/>
          </a:p>
        </p:txBody>
      </p:sp>
      <p:sp>
        <p:nvSpPr>
          <p:cNvPr id="2122039280" name=""/>
          <p:cNvSpPr/>
          <p:nvPr/>
        </p:nvSpPr>
        <p:spPr bwMode="auto">
          <a:xfrm rot="0" flipH="0" flipV="0">
            <a:off x="1404417" y="5950759"/>
            <a:ext cx="3330168" cy="873721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8306838" name=""/>
          <p:cNvSpPr/>
          <p:nvPr/>
        </p:nvSpPr>
        <p:spPr bwMode="auto">
          <a:xfrm rot="16199998" flipH="0" flipV="0">
            <a:off x="4997562" y="1191841"/>
            <a:ext cx="1352405" cy="873720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804877" name=""/>
          <p:cNvSpPr/>
          <p:nvPr/>
        </p:nvSpPr>
        <p:spPr bwMode="auto">
          <a:xfrm rot="0" flipH="0" flipV="0">
            <a:off x="6433903" y="3264282"/>
            <a:ext cx="1768927" cy="329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/>
              <a:t>Github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2026-07-25T09:41:06Z</dcterms:modified>
</cp:coreProperties>
</file>